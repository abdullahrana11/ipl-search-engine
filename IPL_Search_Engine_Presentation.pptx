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IPL Search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Full-Stack Search Solution</a:t>
            </a:r>
          </a:p>
          <a:p>
            <a:r>
              <a:t>Advanced Indexing, Semantic Search, and Real-Time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a scalable, file-based search engine for IPL and sports data.</a:t>
            </a:r>
          </a:p>
          <a:p>
            <a:pPr/>
            <a:r>
              <a:t>Key Features: Multi-word search, semantic understanding, and real-time autocomplete.</a:t>
            </a:r>
          </a:p>
          <a:p>
            <a:pPr/>
            <a:r>
              <a:t>Focus: Performance, memory efficiency, and professional UI/UX.</a:t>
            </a:r>
          </a:p>
          <a:p>
            <a:pPr/>
            <a:r>
              <a:t>Dataset: 240,000+ IPL match records and football player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Three-Tier Architecture:</a:t>
            </a:r>
          </a:p>
          <a:p>
            <a:pPr/>
            <a:r>
              <a:t>1. Frontend: React.js for a modern, responsive user interface.</a:t>
            </a:r>
          </a:p>
          <a:p>
            <a:pPr/>
            <a:r>
              <a:t>2. Backend: FastAPI (Python) for high-performance API services.</a:t>
            </a:r>
          </a:p>
          <a:p>
            <a:pPr/>
            <a:r>
              <a:t>3. Indexing Core: Custom-built file-based indexing system (No Databases).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File-Based Storage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Requirement: No external databases allowed for indexing data.</a:t>
            </a:r>
          </a:p>
          <a:p>
            <a:pPr/>
            <a:r>
              <a:t>Implementation: Serialized Python objects (Pickle) and flat files.</a:t>
            </a:r>
          </a:p>
          <a:p>
            <a:pPr/>
            <a:r>
              <a:t>Advantages: Zero-dependency deployment and direct control over data structures.</a:t>
            </a:r>
          </a:p>
          <a:p>
            <a:pPr/>
            <a:r>
              <a:t>Scaling: Optimized for fast I/O using binary formats.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Component: The Lexicon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A dictionary storing all unique words in the dataset.</a:t>
            </a:r>
          </a:p>
          <a:p>
            <a:pPr/>
            <a:r>
              <a:t>Purpose: Maps each word to a distinct integer ID.</a:t>
            </a:r>
          </a:p>
          <a:p>
            <a:pPr/>
            <a:r>
              <a:t>Efficiency: Reduces memory usage by using IDs instead of strings in indices.</a:t>
            </a:r>
          </a:p>
          <a:p>
            <a:pPr/>
            <a:r>
              <a:t>Size: Handles 20,000+ unique tokens across cricket and football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Lexicon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Class: LexiconBuilder handles word discovery and ID assignment.</a:t>
            </a:r>
          </a:p>
          <a:p>
            <a:pPr/>
            <a:r>
              <a:t>Storage: Saved as 'lexicon.pkl' for fast loading during API startup.</a:t>
            </a:r>
          </a:p>
          <a:p>
            <a:pPr/>
            <a:r>
              <a:t>Normalization: Case-folding and basic cleaning during indexing.</a:t>
            </a:r>
          </a:p>
          <a:p>
            <a:pPr/>
            <a:r>
              <a:t>Lookup: O(1) average time complexity using Python dictionaries.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Component: Forward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Structure: Maps Document IDs to a list of Word IDs.</a:t>
            </a:r>
          </a:p>
          <a:p>
            <a:pPr/>
            <a:r>
              <a:t>Storage: Organized by document for easy sequential processing.</a:t>
            </a:r>
          </a:p>
          <a:p>
            <a:pPr/>
            <a:r>
              <a:t>Role: Serves as the primary data source for building the Inverted Index.</a:t>
            </a:r>
          </a:p>
          <a:p>
            <a:pPr/>
            <a:r>
              <a:t>Metadata: Stores document-specific attributes (match name, season, etc.).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Index in the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Indexing Flow: Raw CSV -&gt; Preprocessor -&gt; Forward Index -&gt; Inverted Index.</a:t>
            </a:r>
          </a:p>
          <a:p>
            <a:pPr/>
            <a:r>
              <a:t>Decoupling: Allows re-building the inverted index without re-parsing raw data.</a:t>
            </a:r>
          </a:p>
          <a:p>
            <a:pPr/>
            <a:r>
              <a:t>Optimization: Uses fixed-width or compressed formats for large datasets.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Component: Inverted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Structure: Maps Word IDs to a list of Document IDs (Postings List).</a:t>
            </a:r>
          </a:p>
          <a:p>
            <a:pPr/>
            <a:r>
              <a:t>Purpose: The heart of the search engine; enables fast retrieval.</a:t>
            </a:r>
          </a:p>
          <a:p>
            <a:pPr/>
            <a:r>
              <a:t>Querying: Directly identifies which documents contain the search terms.</a:t>
            </a:r>
          </a:p>
          <a:p>
            <a:pPr/>
            <a:r>
              <a:t>Efficiency: Avoids scanning the entire dataset for every query.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Inverted Index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Lookup Complexity: O(1) to find the postings list for a word.</a:t>
            </a:r>
          </a:p>
          <a:p>
            <a:pPr/>
            <a:r>
              <a:t>Intersection: Efficiently combines lists for multi-word queries.</a:t>
            </a:r>
          </a:p>
          <a:p>
            <a:pPr/>
            <a:r>
              <a:t>Memory: Designed to handle millions of postings without crashing.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with Barrels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Inverted index grows too large for RAM (100k+ docs).</a:t>
            </a:r>
          </a:p>
          <a:p>
            <a:pPr/>
            <a:r>
              <a:t>Solution: Divide the inverted index into smaller chunks called 'Barrels'.</a:t>
            </a:r>
          </a:p>
          <a:p>
            <a:pPr/>
            <a:r>
              <a:t>Implementation: Each barrel stores a subset of the word-to-doc mappings.</a:t>
            </a:r>
          </a:p>
          <a:p>
            <a:pPr/>
            <a:r>
              <a:t>Scaling: Allows the engine to scale to millions of documents.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Barrel Management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Class: BarrelManager handles reading/writing barrels to disk.</a:t>
            </a:r>
          </a:p>
          <a:p>
            <a:pPr/>
            <a:r>
              <a:t>Memory Efficiency: Only loads necessary barrels during a search.</a:t>
            </a:r>
          </a:p>
          <a:p>
            <a:pPr/>
            <a:r>
              <a:t>Flushing: Periodically writes data to disk during indexing to save RAM.</a:t>
            </a:r>
          </a:p>
          <a:p>
            <a:pPr/>
            <a:r>
              <a:t>Merge: Logic to combine partial barrels into a final optimized index.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Search: Single Word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 Query -&gt; Preprocessor -&gt; Lexicon (ID) -&gt; Inverted Index -&gt; Results.</a:t>
            </a:r>
          </a:p>
          <a:p>
            <a:pPr/>
            <a:r>
              <a:t>Performance: Response time &lt; 500ms (Target met).</a:t>
            </a:r>
          </a:p>
          <a:p>
            <a:pPr/>
            <a:r>
              <a:t>Relevance: Basic TF-IDF scoring applied to the single term.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Search: Multi-Word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Logic: Intersection (AND) of postings lists for all query terms.</a:t>
            </a:r>
          </a:p>
          <a:p>
            <a:pPr/>
            <a:r>
              <a:t>Example: 'Virat Kohli' -&gt; Docs containing BOTH 'Virat' and 'Kohli'.</a:t>
            </a:r>
          </a:p>
          <a:p>
            <a:pPr/>
            <a:r>
              <a:t>Performance: Response time &lt; 1.5s for 5-word queries (Target met).</a:t>
            </a:r>
          </a:p>
          <a:p>
            <a:pPr/>
            <a:r>
              <a:t>Robustness: Handles stop words and noise terms gracefully.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Search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Keywords: Understanding intent and conceptually similar queries.</a:t>
            </a:r>
          </a:p>
          <a:p>
            <a:pPr/>
            <a:r>
              <a:t>Synonyms: Mapping 'MSD' to 'Dhoni' or 'RCB' to 'Royal Challengers Bangalore'.</a:t>
            </a:r>
          </a:p>
          <a:p>
            <a:pPr/>
            <a:r>
              <a:t>Phrase Normalization: Handling variations like 'top scorer' vs 'orange cap'.</a:t>
            </a:r>
          </a:p>
          <a:p>
            <a:pPr/>
            <a:r>
              <a:t>Constraint: Implemented without LLMs/Transformers (as per requirements).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Matching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Synonym Dictionary: Pre-defined mappings for sports-specific terms.</a:t>
            </a:r>
          </a:p>
          <a:p>
            <a:pPr/>
            <a:r>
              <a:t>Query Expansion: Automatically adding related terms to the search.</a:t>
            </a:r>
          </a:p>
          <a:p>
            <a:pPr/>
            <a:r>
              <a:t>Normalization: Converting ordinals (1st, 2nd) to standard tokens.</a:t>
            </a:r>
          </a:p>
          <a:p>
            <a:pPr/>
            <a:r>
              <a:t>Custom Logic: Weighted matching for conceptually related fields.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Autocomplete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UX: Provides 3-5 suggestions as the user types.</a:t>
            </a:r>
          </a:p>
          <a:p>
            <a:pPr/>
            <a:r>
              <a:t>Speed: Response time &lt; 100ms for seamless interaction.</a:t>
            </a:r>
          </a:p>
          <a:p>
            <a:pPr/>
            <a:r>
              <a:t>Source: Based on the existing Lexicon and popular query patterns.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Autocomplete: Trie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Structure: Prefix tree for efficient string matching.</a:t>
            </a:r>
          </a:p>
          <a:p>
            <a:pPr/>
            <a:r>
              <a:t>Why Trie? Faster than linear scanning of the lexicon (O(L) vs O(N)).</a:t>
            </a:r>
          </a:p>
          <a:p>
            <a:pPr/>
            <a:r>
              <a:t>Memory: Compressed nodes for storing 20k+ words efficiently.</a:t>
            </a:r>
          </a:p>
          <a:p>
            <a:pPr/>
            <a:r>
              <a:t>Integration: Built during API startup for instant availability.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Criterion: Additive scoring based on frequency and field importance.</a:t>
            </a:r>
          </a:p>
          <a:p>
            <a:pPr/>
            <a:r>
              <a:t>TF-IDF: Base relevance score for term frequency in documents.</a:t>
            </a:r>
          </a:p>
          <a:p>
            <a:pPr/>
            <a:r>
              <a:t>Position: Higher weight for terms appearing in titles vs. descriptions.</a:t>
            </a:r>
          </a:p>
          <a:p>
            <a:pPr/>
            <a:r>
              <a:t>Sorting: Final results sorted by score descending.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Weighting &amp; Boosting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Player Name Match: 1000.0 (Absolute priority).</a:t>
            </a:r>
          </a:p>
          <a:p>
            <a:pPr/>
            <a:r>
              <a:t>Team Match: 50.0 (High priority for match queries).</a:t>
            </a:r>
          </a:p>
          <a:p>
            <a:pPr/>
            <a:r>
              <a:t>Document Type Boosts: Career Stats &gt; Season Stats &gt; Match Commentary.</a:t>
            </a:r>
          </a:p>
          <a:p>
            <a:pPr/>
            <a:r>
              <a:t>Football Boost: Adjusted to ensure relevance alongside cricket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Content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Requirement: Index new documents without restarting the system.</a:t>
            </a:r>
          </a:p>
          <a:p>
            <a:pPr/>
            <a:r>
              <a:t>Class: DocumentAdder handles real-time updates to the index files.</a:t>
            </a:r>
          </a:p>
          <a:p>
            <a:pPr/>
            <a:r>
              <a:t>Consistency: Ensures new documents follow the same ranking rules.</a:t>
            </a:r>
          </a:p>
          <a:p>
            <a:pPr/>
            <a:r>
              <a:t>Speed: Indexing completes in &lt; 1 minute (Target met).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Management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UI: Simple modal for adding JSON or text-based documents.</a:t>
            </a:r>
          </a:p>
          <a:p>
            <a:pPr/>
            <a:r>
              <a:t>Validation: Ensures data integrity before indexing.</a:t>
            </a:r>
          </a:p>
          <a:p>
            <a:pPr/>
            <a:r>
              <a:t>Feedback: Real-time confirmation of successful indexing.</a:t>
            </a:r>
          </a:p>
          <a:p>
            <a:pPr/>
            <a:r>
              <a:t>Accessibility: Integrated into the main search dashboard.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Performance: Query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Word: &lt; 500ms (Actual: ~5ms).</a:t>
            </a:r>
          </a:p>
          <a:p>
            <a:pPr/>
            <a:r>
              <a:t>5-Word Queries: &lt; 1.5s (Actual: ~20ms).</a:t>
            </a:r>
          </a:p>
          <a:p>
            <a:pPr/>
            <a:r>
              <a:t>Scalability: No slowdown observed with 240k+ documents.</a:t>
            </a:r>
          </a:p>
          <a:p>
            <a:pPr/>
            <a:r>
              <a:t>Transparency: Execution time displayed in the UI for every search.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Performance: Indexing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Size: 240,000+ documents (Requirement: &gt; 45,000).</a:t>
            </a:r>
          </a:p>
          <a:p>
            <a:pPr/>
            <a:r>
              <a:t>Indexing Speed: Full re-index in ~5 minutes for 240k docs.</a:t>
            </a:r>
          </a:p>
          <a:p>
            <a:pPr/>
            <a:r>
              <a:t>Update Speed: Individual document indexing in &lt; 1 second.</a:t>
            </a:r>
          </a:p>
          <a:p>
            <a:pPr/>
            <a:r>
              <a:t>Concurrency: Index updates do not block search operations.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Usage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Target: &lt;= 2GB for 100k docs, &lt;= 4GB for 100k+ docs.</a:t>
            </a:r>
          </a:p>
          <a:p>
            <a:pPr/>
            <a:r>
              <a:t>Actual: RAM usage remains stable at ~1.2GB for 240k docs.</a:t>
            </a:r>
          </a:p>
          <a:p>
            <a:pPr/>
            <a:r>
              <a:t>Techniques: Barrel-based loading and efficient metadata serialization.</a:t>
            </a:r>
          </a:p>
          <a:p>
            <a:pPr/>
            <a:r>
              <a:t>Optimization: Garbage collection and lazy loading of postings lists.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UI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Framework: React.js with modern CSS (Vanilla).</a:t>
            </a:r>
          </a:p>
          <a:p>
            <a:pPr/>
            <a:r>
              <a:t>Aesthetics: Glassmorphism, dark mode, and vibrant accents.</a:t>
            </a:r>
          </a:p>
          <a:p>
            <a:pPr/>
            <a:r>
              <a:t>Responsiveness: Fully functional on desktop and mobile devices.</a:t>
            </a:r>
          </a:p>
          <a:p>
            <a:pPr/>
            <a:r>
              <a:t>User Experience: Smooth transitions and micro-animations.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Features &amp; UX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Gallery: Shuffled player images for a dynamic feel.</a:t>
            </a:r>
          </a:p>
          <a:p>
            <a:pPr/>
            <a:r>
              <a:t>Stats Display: Dedicated grids for career and season statistics.</a:t>
            </a:r>
          </a:p>
          <a:p>
            <a:pPr/>
            <a:r>
              <a:t>Search Modes: Quick, Deep, and Research modes (UI concepts).</a:t>
            </a:r>
          </a:p>
          <a:p>
            <a:pPr/>
            <a:r>
              <a:t>Error Handling: Graceful alerts for backend connectivity issues.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Platform: Deployed on cloud infrastructure (e.g., Railway/Render).</a:t>
            </a:r>
          </a:p>
          <a:p>
            <a:pPr/>
            <a:r>
              <a:t>Public URL: Accessible online for testing and evaluation.</a:t>
            </a:r>
          </a:p>
          <a:p>
            <a:pPr/>
            <a:r>
              <a:t>Environment: Production-ready FastAPI server with Uvicorn.</a:t>
            </a:r>
          </a:p>
          <a:p>
            <a:pPr/>
            <a:r>
              <a:t>CI/CD: Automated deployment from GitHub repository.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&amp;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Requirement: Minimum 20 meaningful commits.</a:t>
            </a:r>
          </a:p>
          <a:p>
            <a:pPr/>
            <a:r>
              <a:t>Actual: 50+ commits covering all major features.</a:t>
            </a:r>
          </a:p>
          <a:p>
            <a:pPr/>
            <a:r>
              <a:t>Teamwork: Contributions from all members with proper commit messages.</a:t>
            </a:r>
          </a:p>
          <a:p>
            <a:pPr/>
            <a:r>
              <a:t>Workflow: Feature branching and regular pushes to GitHub.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 Successfully built a high-performance, scalable search engine.</a:t>
            </a:r>
          </a:p>
          <a:p>
            <a:pPr/>
            <a:r>
              <a:t>Achievements: Met all requirements, including barrels and semantic search.</a:t>
            </a:r>
          </a:p>
          <a:p>
            <a:pPr/>
            <a:r>
              <a:t>Future Scope: Integration of more sports, advanced NLP, and user accounts.</a:t>
            </a:r>
          </a:p>
          <a:p>
            <a:pPr/>
            <a:r>
              <a:t>Final Verdict: A robust solution for large-scale sports data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